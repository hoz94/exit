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439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64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65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84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08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947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42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71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836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946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636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7FE02-90A5-4580-BB02-138A196F7EDD}" type="datetimeFigureOut">
              <a:rPr lang="ko-KR" altLang="en-US" smtClean="0"/>
              <a:t>2023-12-06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EEE29-7E6C-46E0-9E97-37AF8427AC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54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Exit </a:t>
            </a:r>
            <a:r>
              <a:rPr lang="ko-KR" altLang="en-US" dirty="0" err="1" smtClean="0"/>
              <a:t>게임문서</a:t>
            </a:r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1524000" y="408169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3000" dirty="0" smtClean="0"/>
              <a:t>천 호 진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381189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ctrTitle"/>
          </p:nvPr>
        </p:nvSpPr>
        <p:spPr>
          <a:xfrm>
            <a:off x="1540043" y="336300"/>
            <a:ext cx="9144000" cy="963111"/>
          </a:xfrm>
        </p:spPr>
        <p:txBody>
          <a:bodyPr/>
          <a:lstStyle/>
          <a:p>
            <a:r>
              <a:rPr lang="ko-KR" altLang="en-US" dirty="0" smtClean="0"/>
              <a:t>목 차</a:t>
            </a:r>
            <a:endParaRPr lang="ko-KR" altLang="en-US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1540043" y="2181727"/>
            <a:ext cx="9144000" cy="2743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000" dirty="0" smtClean="0"/>
              <a:t>1. </a:t>
            </a:r>
            <a:r>
              <a:rPr lang="ko-KR" altLang="en-US" sz="3000" dirty="0" smtClean="0"/>
              <a:t>게임소개</a:t>
            </a:r>
            <a:endParaRPr lang="en-US" altLang="ko-KR" sz="3000" dirty="0" smtClean="0"/>
          </a:p>
          <a:p>
            <a:pPr algn="l"/>
            <a:r>
              <a:rPr lang="en-US" altLang="ko-KR" sz="3000" dirty="0" smtClean="0"/>
              <a:t>2. </a:t>
            </a:r>
            <a:r>
              <a:rPr lang="ko-KR" altLang="en-US" sz="3000" dirty="0" smtClean="0"/>
              <a:t>기획의도 </a:t>
            </a:r>
            <a:endParaRPr lang="en-US" altLang="ko-KR" sz="3000" dirty="0" smtClean="0"/>
          </a:p>
          <a:p>
            <a:pPr algn="l"/>
            <a:r>
              <a:rPr lang="en-US" altLang="ko-KR" sz="3000" dirty="0" smtClean="0"/>
              <a:t>3. </a:t>
            </a:r>
            <a:r>
              <a:rPr lang="ko-KR" altLang="en-US" sz="3000" dirty="0" smtClean="0"/>
              <a:t>사용한 기술</a:t>
            </a:r>
            <a:endParaRPr lang="en-US" altLang="ko-KR" sz="3000" dirty="0" smtClean="0"/>
          </a:p>
          <a:p>
            <a:pPr algn="l"/>
            <a:r>
              <a:rPr lang="en-US" altLang="ko-KR" sz="3000" dirty="0" smtClean="0"/>
              <a:t>4. </a:t>
            </a:r>
          </a:p>
          <a:p>
            <a:pPr algn="l"/>
            <a:r>
              <a:rPr lang="en-US" altLang="ko-KR" sz="3000" dirty="0" smtClean="0"/>
              <a:t>5. </a:t>
            </a:r>
          </a:p>
          <a:p>
            <a:pPr algn="l"/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52937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756" y="329933"/>
            <a:ext cx="4172532" cy="568017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487" y="329932"/>
            <a:ext cx="3896269" cy="32961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939" y="329932"/>
            <a:ext cx="321759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/>
              <a:t>오브젝트 </a:t>
            </a:r>
            <a:r>
              <a:rPr lang="ko-KR" altLang="en-US" sz="2800" b="1" dirty="0" err="1" smtClean="0"/>
              <a:t>풀링</a:t>
            </a:r>
            <a:endParaRPr lang="en-US" altLang="ko-KR" sz="2800" b="1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객체의 생성과 삭제가 반복되면 </a:t>
            </a:r>
            <a:r>
              <a:rPr lang="en-US" altLang="ko-KR" dirty="0" smtClean="0"/>
              <a:t>GC</a:t>
            </a:r>
            <a:r>
              <a:rPr lang="ko-KR" altLang="en-US" dirty="0" smtClean="0"/>
              <a:t>에 부담이 가서 </a:t>
            </a:r>
            <a:r>
              <a:rPr lang="ko-KR" altLang="en-US" dirty="0" err="1" smtClean="0"/>
              <a:t>게임성능에</a:t>
            </a:r>
            <a:r>
              <a:rPr lang="ko-KR" altLang="en-US" dirty="0" smtClean="0"/>
              <a:t> 지장을 줄 수 있기에 게임이 실행될 때 미리 사용할 객체를 만들어두고 필요 시 </a:t>
            </a:r>
            <a:r>
              <a:rPr lang="ko-KR" altLang="en-US" dirty="0" err="1" smtClean="0"/>
              <a:t>꺼내써</a:t>
            </a:r>
            <a:r>
              <a:rPr lang="ko-KR" altLang="en-US" dirty="0" smtClean="0"/>
              <a:t> 최적화에 도움을 주는 기술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31488" y="3624630"/>
            <a:ext cx="3896268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80" dirty="0" smtClean="0"/>
              <a:t>플레이어가 사용하는 총알에 사용된 오브젝트 </a:t>
            </a:r>
            <a:r>
              <a:rPr lang="ko-KR" altLang="en-US" sz="1280" dirty="0" err="1" smtClean="0"/>
              <a:t>풀링</a:t>
            </a:r>
            <a:endParaRPr lang="ko-KR" altLang="en-US" sz="1280" dirty="0"/>
          </a:p>
        </p:txBody>
      </p:sp>
      <p:sp>
        <p:nvSpPr>
          <p:cNvPr id="11" name="TextBox 10"/>
          <p:cNvSpPr txBox="1"/>
          <p:nvPr/>
        </p:nvSpPr>
        <p:spPr>
          <a:xfrm>
            <a:off x="8482816" y="6010103"/>
            <a:ext cx="2862411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80" dirty="0" smtClean="0"/>
              <a:t>몬스터 생성에 사용된 오브젝트 </a:t>
            </a:r>
            <a:r>
              <a:rPr lang="ko-KR" altLang="en-US" sz="1280" dirty="0" err="1" smtClean="0"/>
              <a:t>풀링</a:t>
            </a:r>
            <a:endParaRPr lang="ko-KR" altLang="en-US" sz="1280" dirty="0"/>
          </a:p>
        </p:txBody>
      </p:sp>
    </p:spTree>
    <p:extLst>
      <p:ext uri="{BB962C8B-B14F-4D97-AF65-F5344CB8AC3E}">
        <p14:creationId xmlns:p14="http://schemas.microsoft.com/office/powerpoint/2010/main" val="340391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258" y="0"/>
            <a:ext cx="3705742" cy="266737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936" y="0"/>
            <a:ext cx="4096322" cy="3238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83938" y="3238952"/>
            <a:ext cx="2108318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80" dirty="0" err="1" smtClean="0"/>
              <a:t>기본사격에</a:t>
            </a:r>
            <a:r>
              <a:rPr lang="ko-KR" altLang="en-US" sz="1280" dirty="0" smtClean="0"/>
              <a:t> 사용된 </a:t>
            </a:r>
            <a:r>
              <a:rPr lang="ko-KR" altLang="en-US" sz="1280" dirty="0" err="1" smtClean="0"/>
              <a:t>싱글톤</a:t>
            </a:r>
            <a:endParaRPr lang="ko-KR" altLang="en-US" sz="1280" dirty="0"/>
          </a:p>
        </p:txBody>
      </p:sp>
      <p:sp>
        <p:nvSpPr>
          <p:cNvPr id="9" name="TextBox 8"/>
          <p:cNvSpPr txBox="1"/>
          <p:nvPr/>
        </p:nvSpPr>
        <p:spPr>
          <a:xfrm>
            <a:off x="9284970" y="2667372"/>
            <a:ext cx="2108318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80" dirty="0" err="1" smtClean="0"/>
              <a:t>스킬사격에</a:t>
            </a:r>
            <a:r>
              <a:rPr lang="ko-KR" altLang="en-US" sz="1280" dirty="0" smtClean="0"/>
              <a:t> 사용된 </a:t>
            </a:r>
            <a:r>
              <a:rPr lang="ko-KR" altLang="en-US" sz="1280" dirty="0" err="1" smtClean="0"/>
              <a:t>싱글톤</a:t>
            </a:r>
            <a:endParaRPr lang="ko-KR" altLang="en-US" sz="1280" dirty="0"/>
          </a:p>
        </p:txBody>
      </p:sp>
      <p:sp>
        <p:nvSpPr>
          <p:cNvPr id="10" name="TextBox 9"/>
          <p:cNvSpPr txBox="1"/>
          <p:nvPr/>
        </p:nvSpPr>
        <p:spPr>
          <a:xfrm>
            <a:off x="331939" y="329932"/>
            <a:ext cx="321759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/>
              <a:t>싱글톤</a:t>
            </a:r>
            <a:endParaRPr lang="en-US" altLang="ko-KR" sz="2800" b="1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객체의 생성과 삭제가 반복되면 </a:t>
            </a:r>
            <a:r>
              <a:rPr lang="en-US" altLang="ko-KR" dirty="0" smtClean="0"/>
              <a:t>GC</a:t>
            </a:r>
            <a:r>
              <a:rPr lang="ko-KR" altLang="en-US" dirty="0" smtClean="0"/>
              <a:t>에 부담이 가서 </a:t>
            </a:r>
            <a:r>
              <a:rPr lang="ko-KR" altLang="en-US" dirty="0" err="1" smtClean="0"/>
              <a:t>게임성능에</a:t>
            </a:r>
            <a:r>
              <a:rPr lang="ko-KR" altLang="en-US" dirty="0" smtClean="0"/>
              <a:t> 지장을 줄 수 있기에 게임이 실행될 때 미리 사용할 객체를 만들어두고 필요 시 </a:t>
            </a:r>
            <a:r>
              <a:rPr lang="ko-KR" altLang="en-US" dirty="0" err="1" smtClean="0"/>
              <a:t>꺼내써</a:t>
            </a:r>
            <a:r>
              <a:rPr lang="ko-KR" altLang="en-US" dirty="0" smtClean="0"/>
              <a:t> 최적화에 도움을 주는 기술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415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1939" y="329932"/>
            <a:ext cx="321759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/>
              <a:t>코루틴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객체의 생성과 삭제가 반복되면 </a:t>
            </a:r>
            <a:r>
              <a:rPr lang="en-US" altLang="ko-KR" dirty="0" smtClean="0"/>
              <a:t>GC</a:t>
            </a:r>
            <a:r>
              <a:rPr lang="ko-KR" altLang="en-US" dirty="0" smtClean="0"/>
              <a:t>에 부담이 가서 </a:t>
            </a:r>
            <a:r>
              <a:rPr lang="ko-KR" altLang="en-US" dirty="0" err="1" smtClean="0"/>
              <a:t>게임성능에</a:t>
            </a:r>
            <a:r>
              <a:rPr lang="ko-KR" altLang="en-US" dirty="0" smtClean="0"/>
              <a:t> 지장을 줄 수 있기에 게임이 실행될 때 미리 사용할 객체를 만들어두고 필요 시 </a:t>
            </a:r>
            <a:r>
              <a:rPr lang="ko-KR" altLang="en-US" dirty="0" err="1" smtClean="0"/>
              <a:t>꺼내써</a:t>
            </a:r>
            <a:r>
              <a:rPr lang="ko-KR" altLang="en-US" dirty="0" smtClean="0"/>
              <a:t> 최적화에 도움을 주는 기술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48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126</Words>
  <Application>Microsoft Office PowerPoint</Application>
  <PresentationFormat>와이드스크린</PresentationFormat>
  <Paragraphs>21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Exit 게임문서</vt:lpstr>
      <vt:lpstr>목 차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Exit 게임문서</dc:title>
  <dc:creator>Administrator</dc:creator>
  <cp:lastModifiedBy>Administrator</cp:lastModifiedBy>
  <cp:revision>7</cp:revision>
  <dcterms:created xsi:type="dcterms:W3CDTF">2023-12-06T05:53:24Z</dcterms:created>
  <dcterms:modified xsi:type="dcterms:W3CDTF">2023-12-06T07:54:35Z</dcterms:modified>
</cp:coreProperties>
</file>