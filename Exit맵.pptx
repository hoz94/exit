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22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59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40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168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36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7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29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847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38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36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217C7-A3A9-4428-B81C-BEEAA4308D60}" type="datetimeFigureOut">
              <a:rPr lang="ko-KR" altLang="en-US" smtClean="0"/>
              <a:t>2023-11-06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14ABA-E8EE-402C-8BB7-49D1B48BB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01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38596" y="673331"/>
            <a:ext cx="10000211" cy="56277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512916" y="1147156"/>
            <a:ext cx="1762299" cy="881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몬스터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512916" y="2377439"/>
            <a:ext cx="1762299" cy="881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임무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512916" y="4879569"/>
            <a:ext cx="1762299" cy="881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게임종료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512916" y="3628504"/>
            <a:ext cx="1762299" cy="881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68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033" y="673045"/>
            <a:ext cx="5295413" cy="5463522"/>
          </a:xfrm>
          <a:prstGeom prst="rect">
            <a:avLst/>
          </a:prstGeom>
        </p:spPr>
      </p:pic>
      <p:sp>
        <p:nvSpPr>
          <p:cNvPr id="5" name="액자 4"/>
          <p:cNvSpPr/>
          <p:nvPr/>
        </p:nvSpPr>
        <p:spPr>
          <a:xfrm>
            <a:off x="1197033" y="673045"/>
            <a:ext cx="2319739" cy="2344475"/>
          </a:xfrm>
          <a:prstGeom prst="frame">
            <a:avLst>
              <a:gd name="adj1" fmla="val 221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A</a:t>
            </a:r>
            <a:r>
              <a:rPr lang="ko-KR" altLang="en-US" dirty="0" smtClean="0">
                <a:solidFill>
                  <a:schemeClr val="bg1"/>
                </a:solidFill>
              </a:rPr>
              <a:t>구역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액자 5"/>
          <p:cNvSpPr/>
          <p:nvPr/>
        </p:nvSpPr>
        <p:spPr>
          <a:xfrm>
            <a:off x="4168139" y="673045"/>
            <a:ext cx="2282538" cy="2344475"/>
          </a:xfrm>
          <a:prstGeom prst="frame">
            <a:avLst>
              <a:gd name="adj1" fmla="val 221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B</a:t>
            </a:r>
            <a:r>
              <a:rPr lang="ko-KR" altLang="en-US" dirty="0" smtClean="0">
                <a:solidFill>
                  <a:schemeClr val="bg1"/>
                </a:solidFill>
              </a:rPr>
              <a:t>구역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액자 6"/>
          <p:cNvSpPr/>
          <p:nvPr/>
        </p:nvSpPr>
        <p:spPr>
          <a:xfrm>
            <a:off x="4168139" y="3519813"/>
            <a:ext cx="2282537" cy="2477127"/>
          </a:xfrm>
          <a:prstGeom prst="frame">
            <a:avLst>
              <a:gd name="adj1" fmla="val 221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C</a:t>
            </a:r>
            <a:r>
              <a:rPr lang="ko-KR" altLang="en-US" dirty="0" smtClean="0">
                <a:solidFill>
                  <a:schemeClr val="bg1"/>
                </a:solidFill>
              </a:rPr>
              <a:t>구역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액자 7"/>
          <p:cNvSpPr/>
          <p:nvPr/>
        </p:nvSpPr>
        <p:spPr>
          <a:xfrm>
            <a:off x="1230771" y="3519814"/>
            <a:ext cx="2286001" cy="2477126"/>
          </a:xfrm>
          <a:prstGeom prst="frame">
            <a:avLst>
              <a:gd name="adj1" fmla="val 2218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bg1"/>
                </a:solidFill>
              </a:rPr>
              <a:t>D</a:t>
            </a:r>
            <a:r>
              <a:rPr lang="ko-KR" altLang="en-US" dirty="0" smtClean="0">
                <a:solidFill>
                  <a:schemeClr val="bg1"/>
                </a:solidFill>
              </a:rPr>
              <a:t>구역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액자 8"/>
          <p:cNvSpPr/>
          <p:nvPr/>
        </p:nvSpPr>
        <p:spPr>
          <a:xfrm>
            <a:off x="3516772" y="673045"/>
            <a:ext cx="651367" cy="713795"/>
          </a:xfrm>
          <a:prstGeom prst="frame">
            <a:avLst>
              <a:gd name="adj1" fmla="val 221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>
                <a:solidFill>
                  <a:schemeClr val="bg1"/>
                </a:solidFill>
              </a:rPr>
              <a:t>유물 제단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22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13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5</cp:revision>
  <dcterms:created xsi:type="dcterms:W3CDTF">2023-11-04T06:20:01Z</dcterms:created>
  <dcterms:modified xsi:type="dcterms:W3CDTF">2023-11-06T06:47:31Z</dcterms:modified>
</cp:coreProperties>
</file>